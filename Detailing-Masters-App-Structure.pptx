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BD904"/>
                </a:solidFill>
                <a:latin typeface="Calibri"/>
              </a:rPr>
              <a:t>DETAILING MASTERS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Billing App — Full Structure &amp; UI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React + Express + Neon Postgres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Architecture · Permissions · Invoice ID flow · Connected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1. Stack &amp; hosting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2. UI shell (sidebar + header)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3. Screens &amp; routes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4. Permission / menu ID flow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5. Billing data ID flow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6. Auth &amp; sessions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7. Connected vs not connected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8. Create invoice end-to-end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1. Stack &amp; Hosting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4389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React + Vite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React Query caching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Sidebar menus from login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Local: localhost:5173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Prod: Vercel (manage.detailingmasters.in)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389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916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Express (Node)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JWT + login_sessions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Local: :4000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Prod: Railway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/api/*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66160" cy="4389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25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4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Neon Postgres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Region: AWS US East 2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Pooled DATABASE_URL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Tables: clients, invoices,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payments, menus, roles…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2. UI Shell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┌── Sidebar ──────────────┬── Header (Search · Bell · Add New) ──┐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│ Logo                    │                                       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│ Dynamic menus           │           &lt;Page Outlet /&gt;             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│ (from login user.menus) │                                       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│ Sign Out                │                                       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└─────────────────────────┴── Footer ─────────────────────────────┘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Glass car background is global (body CSS) on all pages.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Menus are NOT hardcoded — driven by roles / user_menus.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3. Screens &amp; Routes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3749039" cy="5120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19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Connected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383279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/login — Auth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/ — Dashboard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/master-customer — Clients + vehicles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/master-service — Services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/invoices — Invoice list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/invoices/new — Create bill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/invoices/:id — View + Add Payment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/invoices/:id/edit — Edit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/menu-assignment — Role menus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/user-menu-assignment — User menus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51560"/>
            <a:ext cx="3749039" cy="5120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188719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Sidebar tree (menus table)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383279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Dashboard → /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Masters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 · Customers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 · Offers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 · Services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Billing &amp; Records → /invoices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Web Bookings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Permissions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 · Role Menus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 · User Menus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051560"/>
            <a:ext cx="3474720" cy="5120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1887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Not connected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31089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Offers master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Assign / view offer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Website bookings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Update credentials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(UI exists, no Neon table)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4. Permission ID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admin_users.id ──role_id──► roles.id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roles.id ──role_id──► role_menus ◄──menu_id── menus.id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admin_users.id ──user_id──► user_menus ◄──menu_id── menus.id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menus.id ──parent_id──► menus.id  (tree / groups)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Login: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  Super Admin → all menus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  Other roles → role_menus.can_view OR user_menus.can_view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  Build tree → localStorage.user.menus → Sidebar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Pages: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  Role Menus  → POST /permissions/roles/:roleId/menus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  User Menus  → POST /permissions/users/:userId/menus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5. Billing Data ID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clients.id ──client_id──► vehicles.id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clients.id ──client_id──► invoices.id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vehicles.id ──vehicle_id──► invoices.id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invoices.id ──invoice_order_id──► invoice_services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services.id ──service_id──► invoice_services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invoices.id ──invoice_order_id──► payments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Money formulas: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unit_price     = snapshot of services.base_price at save time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sub_total      = SUM(invoice_services.unit_price)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grand_total    = sub_total − discount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amount_paid    = SUM(payments.amount)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balance_due    = grand_total − amount_paid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Invoice number format: INV-DM-{timestamp}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6. Auth &amp;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7548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POST /auth/login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Check admin_users password_hash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Create JWT (1 day)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Insert login_sessions (user_id, token)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Return user + menus tree + token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Frontend stores token + user in localStorage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94960" cy="47548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Protect middleware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Read cookie token OR Bearer header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Verify JWT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Check login_sessions (not logged out)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Short session cache (30s)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Used by /permissions/* APIs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Logout sets logout_at on session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7. Neon Tables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49377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39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Auth / ACL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3832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admin_users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roles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menus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role_menus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user_menus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login_sessions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749039" cy="49377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34439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Masters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3832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clients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vehicles (client_id)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services (base_price)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097280"/>
            <a:ext cx="3474720" cy="49377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3443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Billing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invoices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invoice_services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payments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FK key field: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invoice_order_id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8. Create Invoice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UI: New Invoice form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1. Select client  → client_id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2. Select vehicle → vehicle_id (from that client)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3. Select services → service_ids[] (price locked from services)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4. Optional payments → amount, method, date (+ ref for UPI/bank)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API: one POST /api/invoices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→ insert invoices (INV-DM-…)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→ insert invoice_services (invoice_order_id = invoice.id)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→ insert payments (invoice_order_id = invoice.id)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  → recalculate amount_paid + balance_due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Later: Invoice View → Add Payment → another payments row, same invoice 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Performance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Fastest practical setup for this project: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  • Same region for Railway API + Neon DB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  • Neon pooled connection string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  • Paginated invoice list + React Query cache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  • Lean queries (no over-fetch)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Current known gap (from earlier check):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  Neon = US East 2 (Ohio)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  Railway was US West (California) → move Railway to US East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Do hosting region setup AFTER schema/UI connections are solid.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BD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BD904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Detailing Masters Billing —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Questions? Next: connect Offers / Bookings, or finish Railway region setup.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